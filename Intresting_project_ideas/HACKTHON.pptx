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6C1644-37B6-4F32-8558-8687CF37D80C}" v="6" dt="2026-04-24T10:52:50.9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veshwari rathore" userId="49c377d5bfc49fb1" providerId="LiveId" clId="{E7DF4A34-14A0-454E-8B99-8CFC9D7E5DB5}"/>
    <pc:docChg chg="custSel modSld">
      <pc:chgData name="Sarveshwari rathore" userId="49c377d5bfc49fb1" providerId="LiveId" clId="{E7DF4A34-14A0-454E-8B99-8CFC9D7E5DB5}" dt="2026-04-24T10:56:22.341" v="205" actId="5793"/>
      <pc:docMkLst>
        <pc:docMk/>
      </pc:docMkLst>
      <pc:sldChg chg="modSp mod">
        <pc:chgData name="Sarveshwari rathore" userId="49c377d5bfc49fb1" providerId="LiveId" clId="{E7DF4A34-14A0-454E-8B99-8CFC9D7E5DB5}" dt="2026-04-24T10:47:41.203" v="85" actId="114"/>
        <pc:sldMkLst>
          <pc:docMk/>
          <pc:sldMk cId="0" sldId="256"/>
        </pc:sldMkLst>
        <pc:spChg chg="mod">
          <ac:chgData name="Sarveshwari rathore" userId="49c377d5bfc49fb1" providerId="LiveId" clId="{E7DF4A34-14A0-454E-8B99-8CFC9D7E5DB5}" dt="2026-04-24T10:47:41.203" v="85" actId="114"/>
          <ac:spMkLst>
            <pc:docMk/>
            <pc:sldMk cId="0" sldId="256"/>
            <ac:spMk id="54" creationId="{00000000-0000-0000-0000-000000000000}"/>
          </ac:spMkLst>
        </pc:spChg>
        <pc:spChg chg="mod">
          <ac:chgData name="Sarveshwari rathore" userId="49c377d5bfc49fb1" providerId="LiveId" clId="{E7DF4A34-14A0-454E-8B99-8CFC9D7E5DB5}" dt="2026-04-24T10:45:59.555" v="60" actId="1076"/>
          <ac:spMkLst>
            <pc:docMk/>
            <pc:sldMk cId="0" sldId="256"/>
            <ac:spMk id="55" creationId="{00000000-0000-0000-0000-000000000000}"/>
          </ac:spMkLst>
        </pc:spChg>
      </pc:sldChg>
      <pc:sldChg chg="modSp mod">
        <pc:chgData name="Sarveshwari rathore" userId="49c377d5bfc49fb1" providerId="LiveId" clId="{E7DF4A34-14A0-454E-8B99-8CFC9D7E5DB5}" dt="2026-04-24T10:56:22.341" v="205" actId="5793"/>
        <pc:sldMkLst>
          <pc:docMk/>
          <pc:sldMk cId="0" sldId="257"/>
        </pc:sldMkLst>
        <pc:spChg chg="mod">
          <ac:chgData name="Sarveshwari rathore" userId="49c377d5bfc49fb1" providerId="LiveId" clId="{E7DF4A34-14A0-454E-8B99-8CFC9D7E5DB5}" dt="2026-04-24T10:56:22.341" v="205" actId="5793"/>
          <ac:spMkLst>
            <pc:docMk/>
            <pc:sldMk cId="0" sldId="257"/>
            <ac:spMk id="63" creationId="{00000000-0000-0000-0000-000000000000}"/>
          </ac:spMkLst>
        </pc:spChg>
      </pc:sldChg>
      <pc:sldChg chg="modSp mod">
        <pc:chgData name="Sarveshwari rathore" userId="49c377d5bfc49fb1" providerId="LiveId" clId="{E7DF4A34-14A0-454E-8B99-8CFC9D7E5DB5}" dt="2026-04-24T10:54:34.607" v="196" actId="207"/>
        <pc:sldMkLst>
          <pc:docMk/>
          <pc:sldMk cId="0" sldId="258"/>
        </pc:sldMkLst>
        <pc:spChg chg="mod">
          <ac:chgData name="Sarveshwari rathore" userId="49c377d5bfc49fb1" providerId="LiveId" clId="{E7DF4A34-14A0-454E-8B99-8CFC9D7E5DB5}" dt="2026-04-24T10:51:32.481" v="122" actId="14100"/>
          <ac:spMkLst>
            <pc:docMk/>
            <pc:sldMk cId="0" sldId="258"/>
            <ac:spMk id="68" creationId="{00000000-0000-0000-0000-000000000000}"/>
          </ac:spMkLst>
        </pc:spChg>
        <pc:spChg chg="mod">
          <ac:chgData name="Sarveshwari rathore" userId="49c377d5bfc49fb1" providerId="LiveId" clId="{E7DF4A34-14A0-454E-8B99-8CFC9D7E5DB5}" dt="2026-04-24T10:54:34.607" v="196" actId="207"/>
          <ac:spMkLst>
            <pc:docMk/>
            <pc:sldMk cId="0" sldId="258"/>
            <ac:spMk id="69" creationId="{00000000-0000-0000-0000-000000000000}"/>
          </ac:spMkLst>
        </pc:spChg>
      </pc:sldChg>
      <pc:sldChg chg="modSp mod">
        <pc:chgData name="Sarveshwari rathore" userId="49c377d5bfc49fb1" providerId="LiveId" clId="{E7DF4A34-14A0-454E-8B99-8CFC9D7E5DB5}" dt="2026-04-24T10:55:15.535" v="204" actId="207"/>
        <pc:sldMkLst>
          <pc:docMk/>
          <pc:sldMk cId="0" sldId="259"/>
        </pc:sldMkLst>
        <pc:spChg chg="mod">
          <ac:chgData name="Sarveshwari rathore" userId="49c377d5bfc49fb1" providerId="LiveId" clId="{E7DF4A34-14A0-454E-8B99-8CFC9D7E5DB5}" dt="2026-04-24T10:53:03.237" v="188" actId="20577"/>
          <ac:spMkLst>
            <pc:docMk/>
            <pc:sldMk cId="0" sldId="259"/>
            <ac:spMk id="74" creationId="{00000000-0000-0000-0000-000000000000}"/>
          </ac:spMkLst>
        </pc:spChg>
        <pc:spChg chg="mod">
          <ac:chgData name="Sarveshwari rathore" userId="49c377d5bfc49fb1" providerId="LiveId" clId="{E7DF4A34-14A0-454E-8B99-8CFC9D7E5DB5}" dt="2026-04-24T10:55:15.535" v="204" actId="207"/>
          <ac:spMkLst>
            <pc:docMk/>
            <pc:sldMk cId="0" sldId="259"/>
            <ac:spMk id="7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04ab325e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04ab325e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04ab325e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04ab325e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04ab325e6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04ab325e6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04ab325e6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04ab325e6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880024"/>
            <a:ext cx="8520600" cy="363421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800" b="1" dirty="0"/>
              <a:t>Title:</a:t>
            </a:r>
            <a:br>
              <a:rPr lang="en-US" sz="2800" dirty="0"/>
            </a:br>
            <a:r>
              <a:rPr lang="en-US" sz="2800" i="1" dirty="0"/>
              <a:t>GHOST ID: Touchless Gesture System using Wi-Fi Signals</a:t>
            </a:r>
            <a:br>
              <a:rPr lang="en-US" sz="2800" dirty="0"/>
            </a:br>
            <a:r>
              <a:rPr lang="en-US" sz="2800" b="1" dirty="0"/>
              <a:t>Subtitle:</a:t>
            </a:r>
            <a:br>
              <a:rPr lang="en-US" sz="2800" b="1" dirty="0"/>
            </a:br>
            <a:r>
              <a:rPr lang="en-US" sz="2800" dirty="0"/>
              <a:t> </a:t>
            </a:r>
            <a:r>
              <a:rPr lang="en-US" sz="2800" i="1" dirty="0"/>
              <a:t>“Control your world without touching anything”</a:t>
            </a:r>
            <a:br>
              <a:rPr lang="en-US" sz="2800" dirty="0"/>
            </a:br>
            <a:br>
              <a:rPr lang="en-US" sz="2800" dirty="0"/>
            </a:br>
            <a:r>
              <a:rPr lang="en-US" sz="2800" b="1" dirty="0">
                <a:solidFill>
                  <a:schemeClr val="accent1"/>
                </a:solidFill>
              </a:rPr>
              <a:t>Team Name</a:t>
            </a:r>
            <a:r>
              <a:rPr lang="en-US" sz="2800" b="1" dirty="0"/>
              <a:t>: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3399"/>
                </a:solidFill>
              </a:rPr>
              <a:t>Agile Avengers</a:t>
            </a:r>
            <a:br>
              <a:rPr lang="en-US" sz="2800" dirty="0"/>
            </a:br>
            <a:endParaRPr sz="28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8" y="4514242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 </a:t>
            </a:r>
            <a:endParaRPr dirty="0"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976607" cy="536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1854" y="2"/>
            <a:ext cx="1592148" cy="536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0" y="7376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74320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920" dirty="0"/>
              <a:t>Problem Statement </a:t>
            </a:r>
            <a:endParaRPr sz="2920"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920318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indent="0">
              <a:buNone/>
            </a:pPr>
            <a:r>
              <a:rPr lang="en-IN" b="1" dirty="0">
                <a:solidFill>
                  <a:schemeClr val="tx1"/>
                </a:solidFill>
              </a:rPr>
              <a:t>Content</a:t>
            </a:r>
            <a:r>
              <a:rPr lang="en-IN" b="1" dirty="0"/>
              <a:t>:</a:t>
            </a:r>
            <a:endParaRPr lang="en-IN" dirty="0"/>
          </a:p>
          <a:p>
            <a:r>
              <a:rPr lang="en-IN" dirty="0">
                <a:solidFill>
                  <a:schemeClr val="tx1"/>
                </a:solidFill>
              </a:rPr>
              <a:t>Traditional authentication methods have serious limitations: </a:t>
            </a:r>
          </a:p>
          <a:p>
            <a:pPr lvl="1"/>
            <a:r>
              <a:rPr lang="en-IN" dirty="0">
                <a:solidFill>
                  <a:schemeClr val="tx1"/>
                </a:solidFill>
              </a:rPr>
              <a:t>Passwords can be stolen or forgotten </a:t>
            </a:r>
          </a:p>
          <a:p>
            <a:pPr lvl="1"/>
            <a:r>
              <a:rPr lang="en-IN" dirty="0">
                <a:solidFill>
                  <a:schemeClr val="tx1"/>
                </a:solidFill>
              </a:rPr>
              <a:t>Face recognition raises privacy concerns </a:t>
            </a:r>
          </a:p>
          <a:p>
            <a:pPr lvl="1"/>
            <a:r>
              <a:rPr lang="en-IN" dirty="0">
                <a:solidFill>
                  <a:schemeClr val="tx1"/>
                </a:solidFill>
              </a:rPr>
              <a:t>Fingerprint systems require physical contact </a:t>
            </a:r>
          </a:p>
          <a:p>
            <a:r>
              <a:rPr lang="en-IN" dirty="0">
                <a:solidFill>
                  <a:schemeClr val="tx1"/>
                </a:solidFill>
              </a:rPr>
              <a:t>These systems are either: </a:t>
            </a:r>
          </a:p>
          <a:p>
            <a:pPr lvl="1"/>
            <a:r>
              <a:rPr lang="en-IN" b="1" dirty="0">
                <a:solidFill>
                  <a:schemeClr val="tx1"/>
                </a:solidFill>
              </a:rPr>
              <a:t>Insecure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lvl="1"/>
            <a:r>
              <a:rPr lang="en-IN" b="1" dirty="0">
                <a:solidFill>
                  <a:schemeClr val="tx1"/>
                </a:solidFill>
              </a:rPr>
              <a:t>Intrusive</a:t>
            </a:r>
            <a:r>
              <a:rPr lang="en-IN" dirty="0">
                <a:solidFill>
                  <a:schemeClr val="tx1"/>
                </a:solidFill>
              </a:rPr>
              <a:t>  </a:t>
            </a:r>
          </a:p>
          <a:p>
            <a:pPr lvl="1"/>
            <a:r>
              <a:rPr lang="en-IN" b="1" dirty="0">
                <a:solidFill>
                  <a:schemeClr val="tx1"/>
                </a:solidFill>
              </a:rPr>
              <a:t>Inconvenient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  <a:p>
            <a:pPr marL="114300" indent="0">
              <a:buNone/>
            </a:pPr>
            <a:r>
              <a:rPr lang="en-IN" b="1" dirty="0">
                <a:solidFill>
                  <a:schemeClr val="tx1"/>
                </a:solidFill>
              </a:rPr>
              <a:t>Need</a:t>
            </a:r>
            <a:r>
              <a:rPr lang="en-IN" b="1" dirty="0"/>
              <a:t>: </a:t>
            </a:r>
            <a:r>
              <a:rPr lang="en-IN" dirty="0">
                <a:solidFill>
                  <a:schemeClr val="tx1"/>
                </a:solidFill>
              </a:rPr>
              <a:t>A secure, contactless, and privacy-preserving authentication system (e.g. GAIT Pattern)</a:t>
            </a:r>
          </a:p>
          <a:p>
            <a:pPr marL="2286000" lvl="0" indent="457200" algn="l" rtl="0">
              <a:spcBef>
                <a:spcPts val="0"/>
              </a:spcBef>
              <a:spcAft>
                <a:spcPts val="1200"/>
              </a:spcAft>
              <a:buNone/>
            </a:pPr>
            <a:endParaRPr sz="2000" dirty="0"/>
          </a:p>
        </p:txBody>
      </p:sp>
      <p:sp>
        <p:nvSpPr>
          <p:cNvPr id="28" name="Rounded Rectangle 27"/>
          <p:cNvSpPr/>
          <p:nvPr/>
        </p:nvSpPr>
        <p:spPr>
          <a:xfrm>
            <a:off x="5706406" y="1152475"/>
            <a:ext cx="2926842" cy="3178969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 w="825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-3320718" y="244616"/>
            <a:ext cx="7122695" cy="6600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200400" lvl="0" indent="457200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020" dirty="0"/>
              <a:t>Proposed Solution 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50" y="1152475"/>
            <a:ext cx="7246338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r>
              <a:rPr lang="en-IN" sz="2800" dirty="0">
                <a:solidFill>
                  <a:schemeClr val="tx1"/>
                </a:solidFill>
              </a:rPr>
              <a:t>Uses Wi-Fi signals to identify users </a:t>
            </a:r>
          </a:p>
          <a:p>
            <a:r>
              <a:rPr lang="en-IN" sz="2800" dirty="0">
                <a:solidFill>
                  <a:schemeClr val="tx1"/>
                </a:solidFill>
              </a:rPr>
              <a:t>No camera, no password </a:t>
            </a:r>
          </a:p>
          <a:p>
            <a:r>
              <a:rPr lang="en-IN" sz="2800" dirty="0">
                <a:solidFill>
                  <a:schemeClr val="tx1"/>
                </a:solidFill>
              </a:rPr>
              <a:t>Works by </a:t>
            </a:r>
            <a:r>
              <a:rPr lang="en-IN" sz="2800" dirty="0" err="1">
                <a:solidFill>
                  <a:schemeClr val="tx1"/>
                </a:solidFill>
              </a:rPr>
              <a:t>analyzing</a:t>
            </a:r>
            <a:r>
              <a:rPr lang="en-IN" sz="2800" dirty="0">
                <a:solidFill>
                  <a:schemeClr val="tx1"/>
                </a:solidFill>
              </a:rPr>
              <a:t> signal distortion (CSI) </a:t>
            </a:r>
            <a:br>
              <a:rPr lang="en-IN" sz="2800" dirty="0">
                <a:solidFill>
                  <a:schemeClr val="tx1"/>
                </a:solidFill>
              </a:rPr>
            </a:br>
            <a:endParaRPr lang="en-IN" sz="28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sz="2800" b="1" dirty="0">
                <a:solidFill>
                  <a:schemeClr val="tx1"/>
                </a:solidFill>
              </a:rPr>
              <a:t>How It Works</a:t>
            </a:r>
          </a:p>
          <a:p>
            <a:r>
              <a:rPr lang="en-IN" sz="2800" dirty="0">
                <a:solidFill>
                  <a:schemeClr val="tx1"/>
                </a:solidFill>
              </a:rPr>
              <a:t>Wi-Fi → Distortion → CSI → AI Model → Identity Match → Login</a:t>
            </a:r>
            <a:br>
              <a:rPr lang="en-IN" sz="2800" dirty="0">
                <a:solidFill>
                  <a:schemeClr val="tx1"/>
                </a:solidFill>
              </a:rPr>
            </a:br>
            <a:endParaRPr lang="en-IN" sz="28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IN" sz="2800" b="1" dirty="0">
                <a:solidFill>
                  <a:schemeClr val="tx1"/>
                </a:solidFill>
              </a:rPr>
              <a:t> </a:t>
            </a:r>
          </a:p>
          <a:p>
            <a:pPr marL="114300" indent="0">
              <a:buNone/>
            </a:pPr>
            <a:r>
              <a:rPr lang="en-IN" sz="2800" b="1" dirty="0">
                <a:solidFill>
                  <a:schemeClr val="tx1"/>
                </a:solidFill>
              </a:rPr>
              <a:t>Features</a:t>
            </a:r>
          </a:p>
          <a:p>
            <a:r>
              <a:rPr lang="en-IN" sz="2800" dirty="0">
                <a:solidFill>
                  <a:schemeClr val="tx1"/>
                </a:solidFill>
              </a:rPr>
              <a:t>Contactless authentication </a:t>
            </a:r>
          </a:p>
          <a:p>
            <a:r>
              <a:rPr lang="en-IN" sz="2800" dirty="0">
                <a:solidFill>
                  <a:schemeClr val="tx1"/>
                </a:solidFill>
              </a:rPr>
              <a:t>Privacy-friendly </a:t>
            </a:r>
          </a:p>
          <a:p>
            <a:r>
              <a:rPr lang="en-IN" sz="2800" dirty="0">
                <a:solidFill>
                  <a:schemeClr val="tx1"/>
                </a:solidFill>
              </a:rPr>
              <a:t>Harder to spoof than camera systems </a:t>
            </a:r>
          </a:p>
          <a:p>
            <a:r>
              <a:rPr lang="en-IN" sz="2800" dirty="0">
                <a:solidFill>
                  <a:schemeClr val="tx1"/>
                </a:solidFill>
              </a:rPr>
              <a:t>Seamless user experience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2500" dirty="0">
              <a:solidFill>
                <a:schemeClr val="tx1"/>
              </a:solidFill>
            </a:endParaRPr>
          </a:p>
        </p:txBody>
      </p:sp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58F582AB-A646-2B0C-B9FA-6E4FA63A405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9729" y="2542966"/>
            <a:ext cx="457188" cy="348915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A1A63E33-4A5F-36F9-16E1-9BDFE4FFE34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0666" y="2571750"/>
            <a:ext cx="457188" cy="330868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F2AED9A0-1F69-B878-EE38-DBBE5FD386D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76364" y="2592010"/>
            <a:ext cx="457188" cy="38501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F94DF6C2-E0FF-1613-849A-1148BB45EF12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42062" y="2610057"/>
            <a:ext cx="457188" cy="348915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39F0B90A-0D73-F6AC-0B4E-5FF8393F2C0E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76646" y="2647114"/>
            <a:ext cx="457188" cy="427121"/>
          </a:xfrm>
          <a:prstGeom prst="rect">
            <a:avLst/>
          </a:prstGeom>
        </p:spPr>
      </p:pic>
      <p:pic>
        <p:nvPicPr>
          <p:cNvPr id="7" name="Picture 6" descr="Gait Recognition Can Identify with ...">
            <a:extLst>
              <a:ext uri="{FF2B5EF4-FFF2-40B4-BE49-F238E27FC236}">
                <a16:creationId xmlns:a16="http://schemas.microsoft.com/office/drawing/2014/main" id="{3937B147-4210-BB77-042F-5EF5C7DFB0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5559" y="3328048"/>
            <a:ext cx="4286250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1828800" lvl="0" indent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600"/>
              <a:t>         Tech Stack </a:t>
            </a:r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4294967295"/>
          </p:nvPr>
        </p:nvSpPr>
        <p:spPr>
          <a:xfrm>
            <a:off x="311700" y="1208225"/>
            <a:ext cx="4069800" cy="3264408"/>
          </a:xfrm>
        </p:spPr>
        <p:txBody>
          <a:bodyPr spcFirstLastPara="1" lIns="91425" tIns="91425" rIns="91425" bIns="91425" anchor="t" anchorCtr="0">
            <a:normAutofit/>
          </a:bodyPr>
          <a:lstStyle/>
          <a:p>
            <a:pPr marL="114300" indent="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sz="1700" b="0" i="0" u="none" strike="noStrike" cap="none">
                <a:solidFill>
                  <a:schemeClr val="dk1"/>
                </a:solidFill>
              </a:rPr>
              <a:t>Content:</a:t>
            </a:r>
          </a:p>
          <a:p>
            <a:pPr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</a:pPr>
            <a:r>
              <a:rPr lang="en-US" sz="1700" b="0" i="0" u="none" strike="noStrike" cap="none">
                <a:solidFill>
                  <a:schemeClr val="dk1"/>
                </a:solidFill>
              </a:rPr>
              <a:t>Programming Language: Python </a:t>
            </a:r>
          </a:p>
          <a:p>
            <a:pPr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</a:pPr>
            <a:r>
              <a:rPr lang="en-US" sz="1700" b="0" i="0" u="none" strike="noStrike" cap="none">
                <a:solidFill>
                  <a:schemeClr val="dk1"/>
                </a:solidFill>
              </a:rPr>
              <a:t>Deep Learning Framework: PyTorch </a:t>
            </a:r>
          </a:p>
          <a:p>
            <a:pPr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</a:pPr>
            <a:r>
              <a:rPr lang="en-US" sz="1700" b="0" i="0" u="none" strike="noStrike" cap="none">
                <a:solidFill>
                  <a:schemeClr val="dk1"/>
                </a:solidFill>
              </a:rPr>
              <a:t>Models Used: Transformer / LSTM </a:t>
            </a:r>
          </a:p>
          <a:p>
            <a:pPr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</a:pPr>
            <a:r>
              <a:rPr lang="en-US" sz="1700" b="0" i="0" u="none" strike="noStrike" cap="none">
                <a:solidFill>
                  <a:schemeClr val="dk1"/>
                </a:solidFill>
              </a:rPr>
              <a:t>Dataset: NTU-Fi (Wi-Fi CSI Data) </a:t>
            </a:r>
          </a:p>
          <a:p>
            <a:pPr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</a:pPr>
            <a:r>
              <a:rPr lang="en-US" sz="1700" b="0" i="0" u="none" strike="noStrike" cap="none">
                <a:solidFill>
                  <a:schemeClr val="dk1"/>
                </a:solidFill>
              </a:rPr>
              <a:t>Frontend: Streamlit </a:t>
            </a:r>
          </a:p>
          <a:p>
            <a:pPr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</a:pPr>
            <a:r>
              <a:rPr lang="en-US" sz="1700" b="0" i="0" u="none" strike="noStrike" cap="none">
                <a:solidFill>
                  <a:schemeClr val="dk1"/>
                </a:solidFill>
              </a:rPr>
              <a:t>Libraries: NumPy, Pandas, Matplotlib </a:t>
            </a:r>
          </a:p>
          <a:p>
            <a:pPr marL="0" lvl="0" indent="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endParaRPr lang="en-US" sz="1700" b="0" i="0" u="none" strike="noStrike" cap="none"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B14FE4-80AF-7A63-C7F9-DE2141112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725" y="240632"/>
            <a:ext cx="3651444" cy="45651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 </a:t>
            </a:r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91400" cy="109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__________________________________________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182</Words>
  <Application>Microsoft Office PowerPoint</Application>
  <PresentationFormat>On-screen Show (16:9)</PresentationFormat>
  <Paragraphs>35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Simple Light</vt:lpstr>
      <vt:lpstr>Title: GHOST ID: Touchless Gesture System using Wi-Fi Signals Subtitle:  “Control your world without touching anything”  Team Name: Agile Avengers </vt:lpstr>
      <vt:lpstr>Problem Statement </vt:lpstr>
      <vt:lpstr>Proposed Solution </vt:lpstr>
      <vt:lpstr>         Tech Stack 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Chandrasen Pandey</cp:lastModifiedBy>
  <cp:revision>3</cp:revision>
  <dcterms:modified xsi:type="dcterms:W3CDTF">2026-04-24T11:41:08Z</dcterms:modified>
</cp:coreProperties>
</file>